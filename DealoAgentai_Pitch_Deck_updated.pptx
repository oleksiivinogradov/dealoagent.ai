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DealoAgent.ai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Sales Agent &amp; Competitor Intelligence</a:t>
            </a:r>
          </a:p>
          <a:p>
            <a:pPr lvl="1"/>
            <a:r>
              <a:t>Founder: Oleksii Vinogradov</a:t>
            </a:r>
          </a:p>
          <a:p>
            <a:pPr lvl="1"/>
            <a:r>
              <a:t>Website: DealoAgent.ai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sales teams drown in unstructured communication:</a:t>
            </a:r>
          </a:p>
          <a:p>
            <a:pPr lvl="1"/>
            <a:r>
              <a:t>Emails, PDFs, and attachments remain unread and unused</a:t>
            </a:r>
          </a:p>
          <a:p>
            <a:pPr lvl="1"/>
            <a:r>
              <a:t>Sales reps lose leads due to slow or missed follow-ups</a:t>
            </a:r>
          </a:p>
          <a:p>
            <a:pPr lvl="1"/>
            <a:r>
              <a:t>No system connects competitor intelligence with outreach automation</a:t>
            </a:r>
          </a:p>
          <a:p>
            <a:pPr lvl="1"/>
            <a:r>
              <a:t>Manual review of team–customer communication does not scale</a:t>
            </a:r>
          </a:p>
          <a:p>
            <a:pPr lvl="1"/>
            <a:r>
              <a:t>Result: lost revenue, inconsistent sales quality, and poor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DealoAgent.ai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CRM + AI Sales Agent that fully automates:</a:t>
            </a:r>
          </a:p>
          <a:p>
            <a:pPr lvl="1"/>
            <a:r>
              <a:t>Competitor intelligence from emails, attachments, and chats</a:t>
            </a:r>
          </a:p>
          <a:p>
            <a:pPr lvl="1"/>
            <a:r>
              <a:t>Automatic extraction of client data and contact info</a:t>
            </a:r>
          </a:p>
          <a:p>
            <a:pPr lvl="1"/>
            <a:r>
              <a:t>AI-generated outreach sequences based on past conversations</a:t>
            </a:r>
          </a:p>
          <a:p>
            <a:pPr lvl="1"/>
            <a:r>
              <a:t>Sales Agent that learns your team’s communication style</a:t>
            </a:r>
          </a:p>
          <a:p>
            <a:pPr lvl="1"/>
            <a:r>
              <a:t>Voice/Chat analysis: emotions, sentiment, and risk signals</a:t>
            </a:r>
          </a:p>
          <a:p>
            <a:pPr lvl="1"/>
            <a:r>
              <a:t>Centralized history of all employees’ interactions with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emails, PDFs, docs, chats, call recordings, customer threads, attachments</a:t>
            </a:r>
          </a:p>
          <a:p>
            <a:pPr lvl="1"/>
            <a:r>
              <a:t>AI pipeline: parsing → understanding → comparison → scoring</a:t>
            </a:r>
          </a:p>
          <a:p>
            <a:pPr lvl="1"/>
            <a:r>
              <a:t>Builds competitor tables automatically from incoming data</a:t>
            </a:r>
          </a:p>
          <a:p>
            <a:pPr lvl="1"/>
            <a:r>
              <a:t>Auto-extracts emails, phones, and social profiles into CRM records</a:t>
            </a:r>
          </a:p>
          <a:p>
            <a:pPr lvl="1"/>
            <a:r>
              <a:t>Creates AI outreach messages and full customer profiles</a:t>
            </a:r>
          </a:p>
          <a:p>
            <a:pPr lvl="1"/>
            <a:r>
              <a:t>Outputs: CRM, competitor dashboard, smart outreach, and team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Competitor Analysis AI: extracts pricing, offers, and features into comparison tables</a:t>
            </a:r>
          </a:p>
          <a:p>
            <a:pPr lvl="1"/>
            <a:r>
              <a:t>Auto Contact Discovery: emails, phones, LinkedIn, and social profiles</a:t>
            </a:r>
          </a:p>
          <a:p>
            <a:pPr lvl="1"/>
            <a:r>
              <a:t>AI Outreach Engine: intro, follow-up, re-engagement, and objection handling sequences</a:t>
            </a:r>
          </a:p>
          <a:p>
            <a:pPr lvl="1"/>
            <a:r>
              <a:t>Team Communication Intelligence: emotion &amp; sentiment detection, dissatisfaction alerts</a:t>
            </a:r>
          </a:p>
          <a:p>
            <a:pPr lvl="1"/>
            <a:r>
              <a:t>Personality-aware outreach suggestions per customer segment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Explosion of AI assistants, but few unify CRM, competitor analysis, and outreach</a:t>
            </a:r>
          </a:p>
          <a:p>
            <a:pPr lvl="1"/>
            <a:r>
              <a:t>B2B buying generates massive email volume — ideal for AI automation</a:t>
            </a:r>
          </a:p>
          <a:p>
            <a:pPr lvl="1"/>
            <a:r>
              <a:t>Sales teams must increase productivity without increasing headcount</a:t>
            </a:r>
          </a:p>
          <a:p>
            <a:pPr lvl="1"/>
            <a:r>
              <a:t>Traditional CRMs remain manual and slow to adapt to AI workflows</a:t>
            </a:r>
          </a:p>
          <a:p>
            <a:pPr lvl="1"/>
            <a:r>
              <a:t>DealoAgent.ai is AI-native CRM designed for the 2025+ sales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 (TAM): CRM + AI Sales Automation + AI Analytics (~$186B+ by 2030)</a:t>
            </a:r>
          </a:p>
          <a:p>
            <a:pPr lvl="1"/>
            <a:r>
              <a:t>Serviceable Obtainable Market (SOM): B2B teams using manual CRMs (~$22B+)</a:t>
            </a:r>
          </a:p>
          <a:p>
            <a:pPr lvl="1"/>
            <a:r>
              <a:t>Target customers: SaaS, VoIP/SMS providers, agencies, real estate, B2B e‑commerce</a:t>
            </a:r>
          </a:p>
          <a:p>
            <a:pPr lvl="1"/>
            <a:r>
              <a:t>Also targeting outsourced SDR teams and support organizations with heavy email volume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tools cover only 1–2 pieces of the value chain:</a:t>
            </a:r>
          </a:p>
          <a:p>
            <a:pPr lvl="1"/>
            <a:r>
              <a:t>Apollo: CRM + outreach, limited competitor intelligence and no deep voice/chat AI</a:t>
            </a:r>
          </a:p>
          <a:p>
            <a:pPr lvl="1"/>
            <a:r>
              <a:t>HubSpot: strong CRM, basic automation, but weak on AI-native competitor analysis</a:t>
            </a:r>
          </a:p>
          <a:p>
            <a:pPr lvl="1"/>
            <a:r>
              <a:t>Clay &amp; Lusha: strong data enrichment, but no end‑to‑end AI sales agent</a:t>
            </a:r>
          </a:p>
          <a:p>
            <a:pPr lvl="1"/>
            <a:r>
              <a:t>DealoAgent.ai: unifies CRM, AI outreach, competitor intelligence, contact discovery, and voice/chat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views and modules:</a:t>
            </a:r>
          </a:p>
          <a:p>
            <a:pPr lvl="1"/>
            <a:r>
              <a:t>Competitor comparison dashboard derived from real conversations</a:t>
            </a:r>
          </a:p>
          <a:p>
            <a:pPr lvl="1"/>
            <a:r>
              <a:t>Contact extraction module building enriched customer profiles</a:t>
            </a:r>
          </a:p>
          <a:p>
            <a:pPr lvl="1"/>
            <a:r>
              <a:t>AI outreach generator with reusable templates and sequences</a:t>
            </a:r>
          </a:p>
          <a:p>
            <a:pPr lvl="1"/>
            <a:r>
              <a:t>Email thread intelligence and conversation quality insights</a:t>
            </a:r>
          </a:p>
          <a:p>
            <a:pPr lvl="1"/>
            <a:r>
              <a:t>Customer emotion and sentiment analytics for call and chat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deployments in VoIP/SMS and B2B communication-heavy businesses</a:t>
            </a:r>
          </a:p>
          <a:p>
            <a:pPr lvl="1"/>
            <a:r>
              <a:t>Processed thousands of emails to build live competitor comparison tables</a:t>
            </a:r>
          </a:p>
          <a:p>
            <a:pPr lvl="1"/>
            <a:r>
              <a:t>Integrated in real sales workflows and used to automate outreach</a:t>
            </a:r>
          </a:p>
          <a:p>
            <a:pPr lvl="1"/>
            <a:r>
              <a:t>The founder uses DealoAgent.ai daily to run personal and product outreach</a:t>
            </a:r>
          </a:p>
          <a:p>
            <a:pPr lvl="1"/>
            <a:r>
              <a:t>Dogfooding guarantees fast iteration and product–market fit discovery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subscription with multiple tiers, matching the public DealoAgent.ai pricing page:</a:t>
            </a:r>
          </a:p>
          <a:p>
            <a:pPr lvl="1"/>
            <a:r>
              <a:t>Free plan: $0/month — try AI CRM, basic workflows, and limited usage</a:t>
            </a:r>
          </a:p>
          <a:p>
            <a:pPr lvl="1"/>
            <a:r>
              <a:t>Paid plans: higher limits, more AI tokens, and additional features per tier</a:t>
            </a:r>
          </a:p>
          <a:p>
            <a:pPr lvl="1"/>
            <a:r>
              <a:t>All plans include AI tokens for usage and multi‑channel data ingestion</a:t>
            </a:r>
          </a:p>
          <a:p>
            <a:pPr lvl="1"/>
            <a:r>
              <a:t>Upsell levers: API access, advanced voice/emotion analytics, custom integrations, and priority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Leverage founder’s 15k+ audience on LinkedIn and other channels</a:t>
            </a:r>
          </a:p>
          <a:p>
            <a:pPr lvl="1"/>
            <a:r>
              <a:t>Educational content: X/LinkedIn posts, micro‑videos, and live demos</a:t>
            </a:r>
          </a:p>
          <a:p>
            <a:pPr lvl="1"/>
            <a:r>
              <a:t>Partnerships with VoIP/SMS and email infrastructure providers</a:t>
            </a:r>
          </a:p>
          <a:p>
            <a:pPr lvl="1"/>
            <a:r>
              <a:t>Affiliate and reseller programs for agencies and SDR communities</a:t>
            </a:r>
          </a:p>
          <a:p>
            <a:pPr lvl="1"/>
            <a:r>
              <a:t>Self‑serve Free plan to drive viral, product-led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End‑to‑end AI pipeline for documents, emails, chats, and voice</a:t>
            </a:r>
          </a:p>
          <a:p>
            <a:pPr lvl="1"/>
            <a:r>
              <a:t>Vector database and embeddings for long‑term customer memory</a:t>
            </a:r>
          </a:p>
          <a:p>
            <a:pPr lvl="1"/>
            <a:r>
              <a:t>Real‑time emotion and sentiment models for calls and chat logs</a:t>
            </a:r>
          </a:p>
          <a:p>
            <a:pPr lvl="1"/>
            <a:r>
              <a:t>Multi‑user, multi‑workspace architecture for teams and agencies</a:t>
            </a:r>
          </a:p>
          <a:p>
            <a:pPr lvl="1"/>
            <a:r>
              <a:t>Built to scale to tens of thousands of records per day per customer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2025: public beta, improved AI outreach sequences, major email integrations</a:t>
            </a:r>
          </a:p>
          <a:p>
            <a:pPr lvl="1"/>
            <a:r>
              <a:t>Q1 2026: voice emotion pipeline, automated sales agent workflows, open CRM API</a:t>
            </a:r>
          </a:p>
          <a:p>
            <a:pPr lvl="1"/>
            <a:r>
              <a:t>Q2 2026: full AI Sales Rep with multi‑agent workflows and marketplace integrations</a:t>
            </a:r>
          </a:p>
          <a:p>
            <a:pPr lvl="1"/>
            <a:r>
              <a:t>Beyond: ecosystem of plug‑in models and domain‑specific playbooks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Oleksii Vinogradov — Founder &amp; CTO:</a:t>
            </a:r>
          </a:p>
          <a:p>
            <a:pPr lvl="1"/>
            <a:r>
              <a:t>25+ years of entrepreneurship and product building</a:t>
            </a:r>
          </a:p>
          <a:p>
            <a:pPr lvl="1"/>
            <a:r>
              <a:t>10+ years in blockchain, Web3, and AI‑driven products</a:t>
            </a:r>
          </a:p>
          <a:p>
            <a:pPr lvl="1"/>
            <a:r>
              <a:t>Founder of DexStudios and UnitAI with 10k+ AI tool users</a:t>
            </a:r>
          </a:p>
          <a:p>
            <a:pPr lvl="1"/>
            <a:r>
              <a:t>Experience across business development, engineering, and sales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Fundraising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$500k–$1M on SAFE to accelerate growth:</a:t>
            </a:r>
          </a:p>
          <a:p>
            <a:pPr lvl="1"/>
            <a:r>
              <a:t>Scale AI pipeline and voice/emotion analytics</a:t>
            </a:r>
          </a:p>
          <a:p>
            <a:pPr lvl="1"/>
            <a:r>
              <a:t>Expand engineering, ML, and go‑to‑market teams</a:t>
            </a:r>
          </a:p>
          <a:p>
            <a:pPr lvl="1"/>
            <a:r>
              <a:t>Deepen integrations with email, VoIP/SMS, and CRM ecosystems</a:t>
            </a:r>
          </a:p>
          <a:p>
            <a:pPr lvl="1"/>
            <a:r>
              <a:t>Fuel distribution, marketing, and customer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DealoAgent.ai — The first CRM that truly works for you.</a:t>
            </a:r>
          </a:p>
          <a:p>
            <a:pPr lvl="1"/>
            <a:r>
              <a:t>Unifying competitor intelligence, outreach automation, and team analytics in one AI‑native platform.</a:t>
            </a:r>
          </a:p>
          <a:p>
            <a:pPr lvl="1"/>
            <a:r>
              <a:t>Website: DealoAgent.ai</a:t>
            </a:r>
          </a:p>
          <a:p>
            <a:pPr lvl="1"/>
            <a:r>
              <a:t>Founder: Oleksii Vinogradov</a:t>
            </a:r>
          </a:p>
          <a:p>
            <a:pPr lvl="1"/>
            <a:r>
              <a:t>Contact: use website form or LinkedIn for investor/demo requests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