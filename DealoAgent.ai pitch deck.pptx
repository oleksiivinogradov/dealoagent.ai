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7fd2a4d16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a7fd2a4d16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7fd2a4d16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a7fd2a4d16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7fd2a4d16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a7fd2a4d16_2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7fd2a4d16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7fd2a4d16_2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7fd2a4d16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a7fd2a4d16_2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7fd2a4d16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a7fd2a4d16_2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7fd2a4d16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a7fd2a4d16_2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7fd2a4d16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7fd2a4d16_2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7fd2a4d16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a7fd2a4d16_2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7fd2a4d16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a7fd2a4d16_2_1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7fd2a4d16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a7fd2a4d16_2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7fd2a4d16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a7fd2a4d16_2_1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7fd2a4d16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a7fd2a4d16_2_1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7fd2a4d16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a7fd2a4d16_2_1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7fd2a4d16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a7fd2a4d16_2_1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7fd2a4d16_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a7fd2a4d16_2_1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7fd2a4d16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a7fd2a4d16_2_15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6" name="Google Shape;86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7" name="Google Shape;87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 title="logo_small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90525" y="86600"/>
            <a:ext cx="1606650" cy="3773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DealoAgent.ai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AI-powered Sales Agent &amp; Competitor Intelligence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Founder: Oleksii Vinogradov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Website: DealoAgent.ai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sales teams drown in unstructured communication: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Emails, PDFs, and attachments remain unread and unused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reps lose leads due to slow or missed follow-ups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system connects competitor intelligence with outreach automation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review of team–customer communication does not scale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Result: lost revenue, inconsistent sales quality, and poor visibility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 DealoAgent.ai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CRM + AI Sales Agent that fully automates: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Competitor intelligence from emails, attachments, and chats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 extraction of client data and contact info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AI-generated outreach sequences based on past conversations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Agent that learns your team’s communication style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Voice/Chat analysis: emotions, sentiment, and risk signals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Centralized history of all employees’ interactions with clients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/>
          </a:p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Inputs: emails, PDFs, docs, chats, call recordings, customer threads, attachments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pipeline: parsing → understanding → comparison → scoring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Builds competitor tables automatically from incoming data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Auto-extracts emails, phones, and social profiles into CRM records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AI outreach messages and full customer profiles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Outputs: CRM, competitor dashboard, smart outreach, and team analytics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Features</a:t>
            </a:r>
            <a:endParaRPr/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Competitor Analysis AI: extracts pricing, offers, and features into comparison tables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 Contact Discovery: emails, phones, LinkedIn, and social profiles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Outreach Engine: intro, follow-up, re-engagement, and objection handling sequences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Communication Intelligence: emotion &amp; sentiment detection, dissatisfaction alerts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Personality-aware outreach suggestions per customer segment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Now?</a:t>
            </a:r>
            <a:endParaRPr/>
          </a:p>
        </p:txBody>
      </p:sp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Explosion of AI assistants, but few unify CRM, competitor analysis, and outreach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B2B buying generates massive email volume — ideal for AI automation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teams must increase productivity without increasing headcount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 CRMs remain manual and slow to adapt to AI workflows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DealoAgent.ai is AI-native CRM designed for the 2025+ sales stack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</a:t>
            </a:r>
            <a:endParaRPr/>
          </a:p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Addressable Market (TAM): CRM + AI Sales Automation + AI Analytics (~$186B+ by 2030)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Serviceable Obtainable Market (SOM): B2B teams using manual CRMs (~$22B+)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customers: SaaS, VoIP/SMS providers, agencies, real estate, B2B e‑commerce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targeting outsourced SDR teams and support organizations with heavy email volume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Competitive Landscape</a:t>
            </a:r>
            <a:endParaRPr/>
          </a:p>
        </p:txBody>
      </p:sp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tools cover only 1–2 pieces of the value chain: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Apollo: CRM + outreach, limited competitor intelligence and no deep voice/chat AI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HubSpot: strong CRM, basic automation, but weak on AI-native competitor analysis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Clay &amp; Lusha: strong data enrichment, but no end‑to‑end AI sales agent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DealoAgent.ai: unifies CRM, AI outreach, competitor intelligence, contact discovery, and voice/chat AI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Overview</a:t>
            </a:r>
            <a:endParaRPr/>
          </a:p>
        </p:txBody>
      </p:sp>
      <p:sp>
        <p:nvSpPr>
          <p:cNvPr id="179" name="Google Shape;179;p3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views and modules: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Competitor comparison dashboard derived from real conversations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Contact extraction module building enriched customer profiles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outreach generator with reusable templates and sequences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thread intelligence and conversation quality insights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emotion and sentiment analytics for call and chat data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Traction</a:t>
            </a:r>
            <a:endParaRPr/>
          </a:p>
        </p:txBody>
      </p:sp>
      <p:sp>
        <p:nvSpPr>
          <p:cNvPr id="185" name="Google Shape;185;p3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deployments in VoIP/SMS and B2B communication-heavy businesses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Processed thousands of emails to build live competitor comparison tables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Integrated in real sales workflows and used to automate outreach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founder uses DealoAgent.ai daily to run personal and product outreach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Dogfooding guarantees fast iteration and product–market fit discovery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Model</a:t>
            </a:r>
            <a:endParaRPr/>
          </a:p>
        </p:txBody>
      </p:sp>
      <p:sp>
        <p:nvSpPr>
          <p:cNvPr id="191" name="Google Shape;191;p3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SaaS subscription with multiple tiers, matching the public DealoAgent.ai pricing page: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 plan: $0/month — try AI CRM, basic workflows, and limited usage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Paid plans: higher limits, more AI tokens, and additional features per tier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plans include AI tokens for usage and multi‑channel data ingestion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Upsell levers: API access, advanced voice/emotion analytics, custom integrations, and priority support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Go-To-Market</a:t>
            </a:r>
            <a:endParaRPr/>
          </a:p>
        </p:txBody>
      </p:sp>
      <p:sp>
        <p:nvSpPr>
          <p:cNvPr id="197" name="Google Shape;197;p3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Leverage founder’s 15k+ audience on LinkedIn and other channels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Educational content: X/LinkedIn posts, micro‑videos, and live demos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Partnerships with VoIP/SMS and email infrastructure providers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Affiliate and reseller programs for agencies and SDR communities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Self‑serve Free plan to drive viral, product-led growth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/>
          </a:p>
        </p:txBody>
      </p:sp>
      <p:sp>
        <p:nvSpPr>
          <p:cNvPr id="203" name="Google Shape;203;p3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End‑to‑end AI pipeline for documents, emails, chats, and voice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 database and embeddings for long‑term customer memory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Real‑time emotion and sentiment models for calls and chat logs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Multi‑user, multi‑workspace architecture for teams and agencies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to scale to tens of thousands of records per day per customer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/>
          </a:p>
        </p:txBody>
      </p:sp>
      <p:sp>
        <p:nvSpPr>
          <p:cNvPr id="209" name="Google Shape;209;p3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Q4 2025: public beta, improved AI outreach sequences, major email integrations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 2026: voice emotion pipeline, automated sales agent workflows, open CRM API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 2026: full AI Sales Rep with multi‑agent workflows and marketplace integrations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Beyond: ecosystem of plug‑in models and domain‑specific playbooks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/>
          </a:p>
        </p:txBody>
      </p:sp>
      <p:sp>
        <p:nvSpPr>
          <p:cNvPr id="215" name="Google Shape;215;p3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Oleksii Vinogradov — Founder &amp; CTO: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25+ years of entrepreneurship and product building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10+ years in blockchain, Web3, and AI‑driven products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Founder of DexStudios and UnitAI with 10k+ AI tool users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Experience across business development, engineering, and sales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Fundraising Ask</a:t>
            </a:r>
            <a:endParaRPr/>
          </a:p>
        </p:txBody>
      </p:sp>
      <p:sp>
        <p:nvSpPr>
          <p:cNvPr id="221" name="Google Shape;221;p40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Raising $500k–$1M on SAFE to accelerate growth: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 AI pipeline and voice/emotion analytics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 engineering, ML, and go‑to‑market teams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Deepen integrations with email, VoIP/SMS, and CRM ecosystems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Fuel distribution, marketing, and customer success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Closing</a:t>
            </a:r>
            <a:endParaRPr/>
          </a:p>
        </p:txBody>
      </p:sp>
      <p:sp>
        <p:nvSpPr>
          <p:cNvPr id="227" name="Google Shape;227;p4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DealoAgent.ai — The first CRM that truly works for you.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Unifying competitor intelligence, outreach automation, and team analytics in one AI‑native platform.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Website: DealoAgent.ai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Founder: Oleksii Vinogradov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Contact: use website form or LinkedIn for investor/demo requests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